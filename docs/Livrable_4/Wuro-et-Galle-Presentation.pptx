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\.rels>&#65279;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

</file>

<file path=docProps\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14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Wuro et Galle</dc:title>
  <dc:creator>Eddy</dc:creator>
</cp:coreProperties>
</file>

<file path=ppt\_rels\presentation.xml.rels>&#65279;<?xml version="1.0" encoding="UTF-8" standalone="yes"?>
<Relationships xmlns="http://schemas.openxmlformats.org/package/2006/relationships">
<Relationship Id="rIdMaster1" Type="http://schemas.openxmlformats.org/officeDocument/2006/relationships/slideMaster" Target="slideMasters/slideMaster1.xml"/>
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Relationship Id="rIdSlide14" Type="http://schemas.openxmlformats.org/officeDocument/2006/relationships/slide" Target="slides/slide14.xml"/>
</Relationships>
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  <p:sldId id="269" r:id="rIdSlide14"/>
  </p:sldIdLst>
  <p:sldSz cx="12192000" cy="6858000" type="screen16x9"/>
  <p:notesSz cx="6858000" cy="9144000"/>
</p:presentation>
</file>

<file path=ppt\slideLayouts\_rels\slideLayout1.xml.rels>&#65279;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
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/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\slideMasters\_rels\slideMaster1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
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7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/>
      </p:sp>
      <p:sp>
        <p:nvSpPr>
          <p:cNvPr id="3" name="Body Placeholder"/>
          <p:cNvSpPr>
            <a:spLocks noGrp="1"/>
          </p:cNvSpPr>
          <p:nvPr>
            <p:ph type="body" idx="1"/>
          </p:nvPr>
        </p:nvSpPr>
        <p:spPr/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\slides\_rels\slide1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2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3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4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5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6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7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8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9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10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11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12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13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_rels\slide14.xml.rels>&#65279;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
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600200"/>
            <a:ext cx="10515600" cy="1400000"/>
          </a:xfrm>
        </p:spPr>
        <p:txBody>
          <a:bodyPr/>
          <a:lstStyle/>
          <a:p>
            <a:r>
              <a:rPr lang="fr-FR" sz="4400" b="1" dirty="0">
                <a:solidFill>
                  <a:srgbClr val="6B3E1E"/>
                </a:solidFill>
              </a:rPr>
              <a:t>Wuro &amp; Galle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"/>
          </p:nvPr>
        </p:nvSpPr>
        <p:spPr>
          <a:xfrm>
            <a:off x="838200" y="3200400"/>
            <a:ext cx="10515600" cy="2400000"/>
          </a:xfrm>
        </p:spPr>
        <p:txBody>
          <a:bodyPr/>
          <a:lstStyle/>
          <a:p>
            <a:r>
              <a:rPr lang="fr-FR" sz="2000" dirty="0"/>
              <a:t>L'Espace Peul entre Campement et Territoire</a:t>
            </a:r>
          </a:p>
          <a:p>
            <a:r>
              <a:rPr lang="fr-FR" sz="2000" dirty="0"/>
              <a:t>Eddy - Module IAN/IHN 851, Arts et Humanites Numeriques</a:t>
            </a:r>
          </a:p>
          <a:p>
            <a:r>
              <a:rPr lang="fr-FR" sz="2000" dirty="0"/>
              <a:t>ENSPM, Universite de Maroua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Contexte et objectifs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Environnement 3D/VR (desktop, clavier-souris ; XR differe faute de casque disponible)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Representer deux espaces peuls : le Wuro (campement nomade) et la Galle (concession sedentaire)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Objectif pedagogique : comprendre l'organisation spatiale et les codes culturels peuls (pulaaku)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Cadrage du projet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Cahier des charges pense pour un groupe de 3, realise seul, en moins d'un mois, sans GPU dedie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Scope reduit et documente : 2 suudu, 3 cases + dudal + grenier, cycle aube-zenith-crepuscule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Deux axes non negociables : rigueur documentaire et coherence culturelle (25% + 15% de la grille)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Rigueur ethique : semteende et pulaaku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Personnages : silhouettes stylisees, sans traits du visage individualises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Organisation spatiale public/prive respectee (gradient entree - espace commun - prive)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Biais de sources evite : le Gerewol (Niger, tres photogenique) surrepresente mais hors-sujet face a la vie pastorale quotidienne du Diamare camerounais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Rigueur documentaire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Corpus documentaire, glossaire fulfulde-francais, schema spatial annote suudu/galle - chaque terme sourcee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Donnees non confirmees marquees explicitement comme hypotheses, jamais presentees comme certaines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Licences verifiees (CC0 / CC-BY) et attribution systematique pour chaque asset externe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Pipeline technique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Modelisation procedurale sous Blender (Python / bpy) -&gt; export glTF -&gt; import Unity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Assemblage de scene entierement scripte (SceneBuilder.cs) : reproductible, pas d'edition manuelle figee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Verification automatisee : rendu batch headless, tests Play mode, captures de controle a chaque etape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Les deux scenes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Campement (Wuro) : 2 suudu, foyer central, enclos a betail, vegetation sahelienne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Concession (Galle) : 3 cases (galle), dudal (priere), grenier, enclos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Organisation spatiale fidele au gradient public/prive documente dans le corpus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Assets et sourcing 3D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Personnage joueur et PNJ : base humaine CC0, habilles (boubou, chapeau de paille, foulard)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Troupeau : Ankole Cattle (CC-BY) - cornes en lyre caracteristiques, plusieurs robes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Feu anime et textures de particules reelles ; chaque asset documente avec sa licence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Interactions du joueur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Boire au canari, piler le mil, s'asseoir sur la natte, prier (Dudal), examiner (grenier)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Caresser le troupeau (retour sonore dedie), attiser le feu du foyer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PNJ avec dialogue vocal - lignes audio enregistrees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Ambiance et immersion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Terrain avec relief jusqu'a l'horizon, brouillard, poussiere, nuages en deplacement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Audio spatialise : feu, clochettes, troupeau au paturage, vent, appel a la priere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Eclairage dynamique (cycle aube-zenith-crepuscule) sur la scene principale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Defis techniques rencontres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Bug GameObject.Find : recherche cross-scene silencieuse (corrige par une recherche limitee a la scene active)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Limite silencieuse de l'export glTF : materiaux procoduraux complexes non supportes, retombent en blanc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Ce sprint : position reelle de l'enclos (conversion d'axe Blender -&gt; Unity), materiau du zebu, hauteur du joueur, bug de camera desactivee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Limites assumees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Pas de casque VR disponible : integration desktop complete et testee, rig XR differe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Validation communautaire des usages domestiques non obtenue dans le delai - sources academiques croisees a la place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Scope volontairement reduit et documente plutot qu'un rendu bacle sur l'ensemble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Demonstration video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Parcours filme des deux scenes (Campement + Concession), environ 6min30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Ambiance sonore, PNJ et dialogue, interactions disponibles annotees a l'ecran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(voir wuro-galle-flythrough.mp4)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457200"/>
            <a:ext cx="10515600" cy="1000000"/>
          </a:xfrm>
        </p:spPr>
        <p:txBody>
          <a:bodyPr/>
          <a:lstStyle/>
          <a:p>
            <a:r>
              <a:rPr lang="fr-FR" sz="3200" b="1" dirty="0">
                <a:solidFill>
                  <a:srgbClr val="6B3E1E"/>
                </a:solidFill>
              </a:rPr>
              <a:t>Conclusion et perspectives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700000"/>
            <a:ext cx="10515600" cy="4700000"/>
          </a:xfrm>
        </p:spPr>
        <p:txBody>
          <a:bodyPr/>
          <a:lstStyle/>
          <a:p>
            <a:pPr marL="342900" indent="-342900">
              <a:buFont typeface="Arial"/>
              <a:buChar char="-u{2022}-"/>
            </a:pPr>
            <a:r>
              <a:rPr lang="fr-FR" sz="2400" dirty="0"/>
              <a:t>Livrable reduit en ambition visuelle par rapport au cahier des charges initial, mais coherent et honnete sur ses choix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Rigueur documentaire et coherence culturelle maintenues jusqu'au bout</a:t>
            </a:r>
          </a:p>
          <a:p>
            <a:pPr marL="342900" indent="-342900">
              <a:buFont typeface="Arial"/>
              <a:buChar char="-u{2022}-"/>
            </a:pPr>
            <a:r>
              <a:rPr lang="fr-FR" sz="2400" dirty="0"/>
              <a:t>Perspectives : integration XR complete, validation communautaire, enrichissement du troupeau et des PNJ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\theme\theme1.xml><?xml version="1.0" encoding="utf-8"?>
<a:theme xmlns:a="http://schemas.openxmlformats.org/drawingml/2006/main" name="WuroGalle">
  <a:themeElements>
    <a:clrScheme name="WuroGalle">
      <a:dk1>
        <a:sysClr val="windowText" lastClr="000000"/>
      </a:dk1>
      <a:lt1>
        <a:sysClr val="window" lastClr="FFFFFF"/>
      </a:lt1>
      <a:dk2>
        <a:srgbClr val="6B3E1E"/>
      </a:dk2>
      <a:lt2>
        <a:srgbClr val="F4E7D3"/>
      </a:lt2>
      <a:accent1>
        <a:srgbClr val="B5651D"/>
      </a:accent1>
      <a:accent2>
        <a:srgbClr val="6B8E4E"/>
      </a:accent2>
      <a:accent3>
        <a:srgbClr val="D4A94C"/>
      </a:accent3>
      <a:accent4>
        <a:srgbClr val="8B4513"/>
      </a:accent4>
      <a:accent5>
        <a:srgbClr val="4A6C3C"/>
      </a:accent5>
      <a:accent6>
        <a:srgbClr val="C88A2E"/>
      </a:accent6>
      <a:hlink>
        <a:srgbClr val="0563C1"/>
      </a:hlink>
      <a:folHlink>
        <a:srgbClr val="954F72"/>
      </a:folHlink>
    </a:clrScheme>
    <a:fontScheme name="WuroGall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WuroGall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